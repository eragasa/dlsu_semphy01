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F96E-B87A-CAD2-E080-60FCF586D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243DD-1719-7D4C-00D7-3E69160B6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1B95B-2E91-23D8-685F-189B4242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F4C16-1D60-158D-A8F0-D462424C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25045-4FE1-A71A-3BD2-9D0CC436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1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0FCF-1011-B205-01C7-D55E1B09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F59E7-D40F-AD8D-BC00-A696018DB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F3BC9-166B-E8D4-DC97-3170BA37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DAABB-8288-8B5C-49B2-B625C263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65126-F2FB-FE5B-B66F-03F301ED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0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853-1521-11CB-1006-D36D0A77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51D52-40AC-AC58-623D-409AAB03B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8005-B2C9-8C72-CE2F-D2982F41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3A708-E95F-8565-1E2D-E8C349B8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83BFE-1DD1-FA00-7FB0-B6710061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4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8FA5-69E5-8A7D-69FF-1C79272C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5954-D63A-14B0-ACD3-8085546F2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F1041-595E-8B8A-842A-155C01A5F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8D756-4934-5439-C5D5-4E0335AB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524C6-06E7-C3A0-17D9-AE782A96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9417D-9D17-D894-004D-2912F38A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1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7C937-49D5-D259-F9B9-0136BA1B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EB746-F6C1-3E8C-A9A1-FFB2A21DB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FF255-9DA5-A229-6D85-AB4BBBA28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0518D-5B6A-C4D1-E2DD-EADC67CE5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BFB722-E4B0-C1FC-8947-A63D8CEFB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B84B5-548A-C575-24F1-0F1C4E02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DD62E-7555-D728-E667-D9BA20928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035B9-39D9-B1E5-D349-CAAB80AC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4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C862-33D7-3121-9D54-AF7B24F0A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CC06D-5C4E-9D61-7A09-C364114F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DDC7C0-2F8C-8542-4E7E-F958DADF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DBCBF-A981-01FA-B71F-03A365D7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0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FE341-554C-AB2E-58AA-2DFD5B88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D785-E88C-5AFE-D8AE-CBFCC347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C5436-E5B1-75CC-720D-B9D81157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0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A575-0956-93BC-3561-76D8350F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78770-1BBD-0CEA-0321-C59C9AD04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6C2BC-A4D9-E0EE-1C9B-04F50142D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5B7BE-D77B-C079-1F97-ADD22FD0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60611-3943-31DB-DB08-E1BDB06D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D5DCD-7D6C-255E-C03A-6FF021A7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7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7C9F-146E-6047-E3CB-EA22984C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FE2A0-EBEA-2181-3338-28DC4E4E0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19231-D930-6B96-E8BD-B17112FFD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593D0-1473-7466-4C8C-5D1FAEDE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23189-6843-C140-E865-FD4D6E58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A951C-3E66-3094-5E9E-BD50EE97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7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9B24-8FDE-CA1F-4193-A45D2BF4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0CA96-1333-8F98-FB65-E3729CCA7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6194C-0B3F-39DD-C608-9AE70660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94AA0-3D48-D24F-784A-B3D9F83F2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8B9D0-DE1D-EF2D-7EB5-430D8F44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1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743A8-C0AD-CE70-BA4A-FD47DF0C0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3BE89-C1F2-58C2-8F25-534154E25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299BE-63E9-DBAA-4286-3EE48B06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40D6-084C-4FAC-EC71-F1BC38E5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6F87-1F09-7BFB-7AB6-EA7979B1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1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7A339-2393-DC90-4113-8BDBE0CE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A9AAE-4669-63EF-FFD0-ADD0842E0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A8720-C62C-1EB0-F84E-039EFD7C9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F582F-85B7-7E4C-9EF1-F7F350F5A5D8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77339-2EF9-4B7A-C123-D53E69280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058BD-D1EC-75B6-38FF-79A3760BC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C257C-C006-7D4C-9ACC-82E7F497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4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608D-0C34-CF12-C594-A25D09651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SEMPHY01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51BC1-3A11-A721-B32B-B629ED363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Hall Effect</a:t>
            </a:r>
          </a:p>
        </p:txBody>
      </p:sp>
    </p:spTree>
    <p:extLst>
      <p:ext uri="{BB962C8B-B14F-4D97-AF65-F5344CB8AC3E}">
        <p14:creationId xmlns:p14="http://schemas.microsoft.com/office/powerpoint/2010/main" val="2587786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5B58-74A6-1001-E370-E10AF2C9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 Effect Machine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A10DC7-F710-1741-A119-001695138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3207" y="1464726"/>
            <a:ext cx="6321801" cy="409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2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13B2-3E1F-3C51-4868-0578FC85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Lorenz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2D9B5-ADF7-05CE-7E26-63A1C1A201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particle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of charge q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electric field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en-US" b="1" dirty="0"/>
                  <a:t>: </a:t>
                </a:r>
                <a:r>
                  <a:rPr lang="en-US" dirty="0"/>
                  <a:t>magnetic field</a:t>
                </a:r>
              </a:p>
              <a:p>
                <a:pPr marL="457200" lvl="1" indent="0">
                  <a:buNone/>
                </a:pPr>
                <a:endParaRPr lang="en-US" b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2D9B5-ADF7-05CE-7E26-63A1C1A201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37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96E7-80C7-B710-551C-1FBE927F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 effect machine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DA4B6-230F-1327-24FF-B7F1D9962C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04948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You can control current</a:t>
                </a:r>
              </a:p>
              <a:p>
                <a:r>
                  <a:rPr lang="en-US" dirty="0"/>
                  <a:t>You can control the magnetic field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moving along x –axis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magnetic field</a:t>
                </a:r>
              </a:p>
              <a:p>
                <a:r>
                  <a:rPr lang="en-US" dirty="0"/>
                  <a:t>Apply an electric field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DA4B6-230F-1327-24FF-B7F1D9962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049488" cy="4351338"/>
              </a:xfrm>
              <a:blipFill>
                <a:blip r:embed="rId2"/>
                <a:stretch>
                  <a:fillRect l="-188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BD7975-DEA6-B0CA-DFEF-FC484648E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548" y="2545381"/>
            <a:ext cx="3696252" cy="2394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FF319C-7F8A-7770-1996-CD847E087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861" y="5105400"/>
            <a:ext cx="3469860" cy="80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8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A19EDC-0FB1-6B33-7406-9D6AA66B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077A11-EC5D-FCBE-3142-23C308976D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9132" y="2431374"/>
            <a:ext cx="4334926" cy="316236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3C48D1-8678-425C-6C15-46574CA78A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13787" y="2344876"/>
            <a:ext cx="5656499" cy="324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04D8B5-0CC5-F9DF-72A1-F4F0326AD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Steady state condition of Hall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2D4A949-97AA-089D-F887-B7FA7D9A4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Drift velocity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2D4A949-97AA-089D-F887-B7FA7D9A4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3FC4B10-BD7E-2DD7-D9C5-AC143F0D2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129" y="2908300"/>
            <a:ext cx="3899202" cy="963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A308F9-96CC-7F6C-7DEB-C44CAEB94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12" y="3871356"/>
            <a:ext cx="2915036" cy="15303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FE8E56-E79E-5A1B-C897-E59BFDE70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083" y="5401750"/>
            <a:ext cx="3331151" cy="1046147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D6CAF8BE-5F37-48AB-B498-1237A6090357}"/>
              </a:ext>
            </a:extLst>
          </p:cNvPr>
          <p:cNvSpPr/>
          <p:nvPr/>
        </p:nvSpPr>
        <p:spPr>
          <a:xfrm>
            <a:off x="5524045" y="5794884"/>
            <a:ext cx="1569308" cy="3450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FB9C98-17AF-D545-D886-8113EBE03E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0307" y="5416823"/>
            <a:ext cx="2004331" cy="108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54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E7CF-BD46-86F5-5393-8BBBB7B0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Coefficient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ADA61B-EABC-92BB-62E7-0E74AF932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3007" y="2105431"/>
            <a:ext cx="8085985" cy="33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1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DC9A-2794-5F6D-E91F-6B8B1D46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 effect allows you to get a variety of different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73DCD-86F9-5042-C709-1B55F63B1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Determine if n- or p- semiconductor</a:t>
                </a:r>
              </a:p>
              <a:p>
                <a:r>
                  <a:rPr lang="en-US" dirty="0"/>
                  <a:t>Measure the carrier concentration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𝑛𝑞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Determine mobility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73DCD-86F9-5042-C709-1B55F63B1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0259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104</Words>
  <Application>Microsoft Macintosh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SEMPHY01</vt:lpstr>
      <vt:lpstr>Hall Effect Machine</vt:lpstr>
      <vt:lpstr>Lorenz Force</vt:lpstr>
      <vt:lpstr>Hall effect machine</vt:lpstr>
      <vt:lpstr>PowerPoint Presentation</vt:lpstr>
      <vt:lpstr>Steady state condition of Hall Effect</vt:lpstr>
      <vt:lpstr>Call Coefficient</vt:lpstr>
      <vt:lpstr>Hall effect allows you to get a variety of different effects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Ragasa</dc:creator>
  <cp:lastModifiedBy>Eugene Ragasa</cp:lastModifiedBy>
  <cp:revision>2</cp:revision>
  <dcterms:created xsi:type="dcterms:W3CDTF">2025-10-24T05:11:31Z</dcterms:created>
  <dcterms:modified xsi:type="dcterms:W3CDTF">2025-12-20T15:31:49Z</dcterms:modified>
</cp:coreProperties>
</file>