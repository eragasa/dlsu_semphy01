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26"/>
  </p:normalViewPr>
  <p:slideViewPr>
    <p:cSldViewPr snapToGrid="0">
      <p:cViewPr varScale="1">
        <p:scale>
          <a:sx n="121" d="100"/>
          <a:sy n="121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0CF4-D905-B5A2-A736-0DB087C93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A2C61-0F0A-84BE-3C65-8F32AD68C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FF9E9-DD30-77C7-A82C-BC341F8D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497FA-FF9D-B96C-57CD-EE1217F7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1F031-12B5-7AF7-F0EE-C3ECBBED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44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44689-3EA2-9FEB-2F5D-D017466B0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AC31-9B66-93B1-5E14-AAADF76B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CDBA0-B3DF-CFDF-6A7B-1B2218C8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D4F59-F140-DC70-424F-9DBD099C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65639-C549-99EF-BBAD-E629D704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5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4018-BD08-D14F-2E6D-1B2F8959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6F832-DED7-1D22-A916-0E44CBC7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879B-DA27-94DB-62C4-E3D40C1A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84AE3-98F2-EC61-02CC-6495BE08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8F0EB-DCD2-96BE-C66C-8F5E2FF8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20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573C-5E5E-5AEA-AC67-0670DA4F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F627-9445-CFF8-3ED5-32A65B965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B0D17-3504-9187-6A48-899C6ABD9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E65E8-4839-A1A5-816D-C12666C3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BCAD3-419A-E028-19A8-9DACC9FA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1B632-038D-5282-4828-86BCEA1A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99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8E-F68E-EB99-9F99-82256E715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83E88-E98E-A73D-C49F-4F1C7D56E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C614F-5C50-64C7-393A-67BAF1085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4B3F2-A7D1-89CB-AE0F-EA175B9E2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12CB7-4AAB-6B7E-E222-2781B0FD7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D8A06-E624-651D-FB24-0707628B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EDF507-0579-FC66-B873-0410D3C6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F2250-BD27-1987-2EB1-BD3BEC2B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5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12D0-BC4F-215D-C602-5A6A1F59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D6F10-5E6E-D951-D9E1-298256A0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0F9A7-26EF-6210-BBA6-58C16E69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DC0FF-2DBC-6055-5531-28C35873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7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BB73AB-8963-C3FF-C2C8-B13617D2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74C05-1338-389B-CB17-978E09F0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FC32E-DBF9-A003-421D-5C053F88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27CE-03A0-2FB7-9FE9-0E7A95A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36B78-0266-338A-43B1-1588FF1F2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8CE90-13DF-B0E3-85A8-C772B9C4E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6D22D-1E22-12A0-A8C6-D0081F0D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97B4D-4203-6F8A-96F3-197125B12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4100-5999-BC22-813D-DB1797B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3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3B25-8DEC-A9C5-85E3-998B8D53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CEAD0-898F-1D82-C393-0AE83CF295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6722B-3464-A446-95D4-346E9764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60E74-8770-A7FB-A756-49D308A5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6380B-FD9C-C496-99BE-F2C0F302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3FD21-82E2-5928-E929-66F32AE1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2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41DB-7F1E-C77B-1A8B-5F4BF3EA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74D8-D3F2-AFF7-58FA-8DBD43A96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D4AC2-522A-0292-8505-357672C7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F55F8-F7D3-9AC4-B458-02D5FC3B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F1D4-27E5-173F-09FC-4DF122E1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2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5EC631-9CBF-E309-3C9D-4A15539A4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45CBA-BC35-3F1D-37EF-903B785EE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A6C6E-E99C-2C8B-F7CC-52A66FBA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EBAF6-41FF-D714-9C30-7182801F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6E4E2-B7D4-A7D3-9348-A75371CC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0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13D6F-1F32-C83B-6298-2C235AF5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493A4-2A07-E155-C8DF-C38A5B3D2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BCDF-8B81-20D4-8469-5EC3F1067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3329E-3F14-114D-BCD7-9822B7CE9C0C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B8EF-7B63-8445-E8B2-A7F4DDE60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2DDD2-FDCA-E05C-9FD8-434981CDE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5AF97-26E6-794B-97A7-074A31124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2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mse.ufl.edu/people/name/kevin-jon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85C0-99D3-42EF-C7E6-C8E3615E4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SEMPHY01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FA213-1D31-0F6D-12F7-8DFDCE8880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Resistance in a Semiconductor</a:t>
            </a:r>
          </a:p>
        </p:txBody>
      </p:sp>
    </p:spTree>
    <p:extLst>
      <p:ext uri="{BB962C8B-B14F-4D97-AF65-F5344CB8AC3E}">
        <p14:creationId xmlns:p14="http://schemas.microsoft.com/office/powerpoint/2010/main" val="2235574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8E6D-9C86-4467-62BC-A5E5F0D2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CEB4A-A1DF-3A5C-2F31-7A8C394EC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Resistance</a:t>
            </a:r>
          </a:p>
          <a:p>
            <a:r>
              <a:rPr lang="en-US" dirty="0"/>
              <a:t>4 point probe</a:t>
            </a:r>
          </a:p>
          <a:p>
            <a:r>
              <a:rPr lang="en-US" dirty="0"/>
              <a:t>Hall effect</a:t>
            </a:r>
          </a:p>
        </p:txBody>
      </p:sp>
    </p:spTree>
    <p:extLst>
      <p:ext uri="{BB962C8B-B14F-4D97-AF65-F5344CB8AC3E}">
        <p14:creationId xmlns:p14="http://schemas.microsoft.com/office/powerpoint/2010/main" val="190421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E204-786E-8CB8-0755-7121CF3E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368E8B-693D-40A7-2A72-7D88D6D2BE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This is related to mobilities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368E8B-693D-40A7-2A72-7D88D6D2BE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102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F4AF-5BE4-4657-42BF-25429349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9D06F-82EF-1457-ABA8-6E3B0E141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“related to the gradient”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9D06F-82EF-1457-ABA8-6E3B0E141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34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EDCC-7DB1-8C42-3703-381506CB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Neutral Semiconductor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F1CA54-7BF2-26A1-CC0C-BCFBAD249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772" y="1844053"/>
            <a:ext cx="4109323" cy="3906751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33EAA751-C128-0219-A606-A1C1B41C5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0" y="2007470"/>
            <a:ext cx="4109323" cy="39067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BFEFEF-E4AD-3D29-4C8B-B0B70AC4D7CA}"/>
              </a:ext>
            </a:extLst>
          </p:cNvPr>
          <p:cNvCxnSpPr/>
          <p:nvPr/>
        </p:nvCxnSpPr>
        <p:spPr>
          <a:xfrm flipH="1">
            <a:off x="6995711" y="1690688"/>
            <a:ext cx="310675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70F23D-7EF9-6146-27E2-DEE18E5ED311}"/>
                  </a:ext>
                </a:extLst>
              </p:cNvPr>
              <p:cNvSpPr txBox="1"/>
              <p:nvPr/>
            </p:nvSpPr>
            <p:spPr>
              <a:xfrm>
                <a:off x="8492031" y="1231641"/>
                <a:ext cx="371640" cy="404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70F23D-7EF9-6146-27E2-DEE18E5ED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031" y="1231641"/>
                <a:ext cx="371640" cy="404854"/>
              </a:xfrm>
              <a:prstGeom prst="rect">
                <a:avLst/>
              </a:prstGeom>
              <a:blipFill>
                <a:blip r:embed="rId3"/>
                <a:stretch>
                  <a:fillRect t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78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101B-D906-C1B6-8F72-CC0BF920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2FE3D-7511-2667-51E2-5FBA6360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7" y="2064208"/>
            <a:ext cx="4747944" cy="45348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4C24B2-0161-3710-A2D3-5516633E9869}"/>
                  </a:ext>
                </a:extLst>
              </p:cNvPr>
              <p:cNvSpPr txBox="1"/>
              <p:nvPr/>
            </p:nvSpPr>
            <p:spPr>
              <a:xfrm>
                <a:off x="6452400" y="2636252"/>
                <a:ext cx="1838708" cy="572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4C24B2-0161-3710-A2D3-5516633E9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400" y="2636252"/>
                <a:ext cx="1838708" cy="572657"/>
              </a:xfrm>
              <a:prstGeom prst="rect">
                <a:avLst/>
              </a:prstGeom>
              <a:blipFill>
                <a:blip r:embed="rId3"/>
                <a:stretch>
                  <a:fillRect l="-2055" t="-2174" r="-68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B4B31A3-B2E8-F86D-9758-31314D5E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25143"/>
            <a:ext cx="1196505" cy="960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A8F392-D4AA-8EF0-D043-4AE182F05183}"/>
                  </a:ext>
                </a:extLst>
              </p:cNvPr>
              <p:cNvSpPr txBox="1"/>
              <p:nvPr/>
            </p:nvSpPr>
            <p:spPr>
              <a:xfrm>
                <a:off x="6744705" y="4266341"/>
                <a:ext cx="101412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A8F392-D4AA-8EF0-D043-4AE182F05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705" y="4266341"/>
                <a:ext cx="1014124" cy="525913"/>
              </a:xfrm>
              <a:prstGeom prst="rect">
                <a:avLst/>
              </a:prstGeom>
              <a:blipFill>
                <a:blip r:embed="rId5"/>
                <a:stretch>
                  <a:fillRect l="-3659" t="-2381" r="-365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68EE1-95B1-8DE3-0927-901B3D1D90B4}"/>
                  </a:ext>
                </a:extLst>
              </p:cNvPr>
              <p:cNvSpPr txBox="1"/>
              <p:nvPr/>
            </p:nvSpPr>
            <p:spPr>
              <a:xfrm>
                <a:off x="5859625" y="3713583"/>
                <a:ext cx="28602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𝑒𝑙𝑒𝑐𝑡𝑟𝑜𝑠𝑡𝑎𝑡𝑖𝑐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𝑝𝑜𝑡𝑒𝑛𝑡𝑖𝑎𝑙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E68EE1-95B1-8DE3-0927-901B3D1D9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625" y="3713583"/>
                <a:ext cx="286027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372490-DB17-467A-B6D8-D771B0F95B88}"/>
                  </a:ext>
                </a:extLst>
              </p:cNvPr>
              <p:cNvSpPr txBox="1"/>
              <p:nvPr/>
            </p:nvSpPr>
            <p:spPr>
              <a:xfrm>
                <a:off x="9601199" y="3608789"/>
                <a:ext cx="1131784" cy="657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372490-DB17-467A-B6D8-D771B0F95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199" y="3608789"/>
                <a:ext cx="1131784" cy="657552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889B3E-1575-64F8-DAEC-60C7D9420942}"/>
              </a:ext>
            </a:extLst>
          </p:cNvPr>
          <p:cNvCxnSpPr/>
          <p:nvPr/>
        </p:nvCxnSpPr>
        <p:spPr>
          <a:xfrm>
            <a:off x="8612155" y="3041780"/>
            <a:ext cx="783772" cy="765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5217A8-3F50-BC61-F6F4-24EA06CB2312}"/>
              </a:ext>
            </a:extLst>
          </p:cNvPr>
          <p:cNvCxnSpPr/>
          <p:nvPr/>
        </p:nvCxnSpPr>
        <p:spPr>
          <a:xfrm flipV="1">
            <a:off x="8462865" y="4082915"/>
            <a:ext cx="886408" cy="610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698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A8DB37F-24DA-497A-0128-9C7FC8BA13C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Connect this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A8DB37F-24DA-497A-0128-9C7FC8BA1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5D3C37-70AD-76D7-DA95-EB5463C339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5D3C37-70AD-76D7-DA95-EB5463C339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22384" b="-14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35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C5F3-4989-9A64-D8DA-904B39D0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25D22-ECAD-DEB8-DE5A-849EF6BC98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CONDUCTIVITY OF THE SEMICONDUCTOR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25D22-ECAD-DEB8-DE5A-849EF6BC9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71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20FF02-7B69-BA8F-2EF0-EDB1BA28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point probe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59B12E0-018C-169D-EBEB-98472B234C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31476" y="2169107"/>
            <a:ext cx="4222043" cy="28567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5B5EAA0-4192-7B64-D747-2BF598B2F93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Four probes which are equally spaced on a sample. (s)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thickness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: the diameter of your wafer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𝐶𝐹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𝐶𝐹</m:t>
                    </m:r>
                  </m:oMath>
                </a14:m>
                <a:r>
                  <a:rPr lang="en-US" dirty="0"/>
                  <a:t>: is a correction factor</a:t>
                </a:r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5B5EAA0-4192-7B64-D747-2BF598B2F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200" t="-2326" r="-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4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3D07-7BA7-71EF-6C45-9524E621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12DB4F-99CF-77F6-4ABD-E11647452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2447" y="1855772"/>
            <a:ext cx="5154515" cy="434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8083-55C4-F6A9-1990-21C640B3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BC6DA-A50D-72B5-BFA8-AAB71A856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Carrier Concentration</a:t>
            </a:r>
          </a:p>
          <a:p>
            <a:pPr lvl="1"/>
            <a:r>
              <a:rPr lang="en-US" dirty="0"/>
              <a:t>Lorentz Force Law</a:t>
            </a:r>
          </a:p>
          <a:p>
            <a:pPr lvl="1"/>
            <a:r>
              <a:rPr lang="en-US" dirty="0"/>
              <a:t>Current Density</a:t>
            </a:r>
          </a:p>
          <a:p>
            <a:pPr lvl="1"/>
            <a:r>
              <a:rPr lang="en-US" dirty="0"/>
              <a:t>Drift Velocity</a:t>
            </a:r>
          </a:p>
          <a:p>
            <a:r>
              <a:rPr lang="en-US" dirty="0"/>
              <a:t>Cross product dependence</a:t>
            </a:r>
          </a:p>
          <a:p>
            <a:r>
              <a:rPr lang="en-US" dirty="0"/>
              <a:t>V_H</a:t>
            </a:r>
          </a:p>
        </p:txBody>
      </p:sp>
    </p:spTree>
    <p:extLst>
      <p:ext uri="{BB962C8B-B14F-4D97-AF65-F5344CB8AC3E}">
        <p14:creationId xmlns:p14="http://schemas.microsoft.com/office/powerpoint/2010/main" val="370411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6E08-2F78-3508-75A5-27BE76D8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B23A2-041B-E448-25AB-8AB7823457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RESISTANCE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For n-type semiconductors (n&gt;&gt;p)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𝑞𝑛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For p-type semiconductors (p&gt;&gt;n)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𝑞𝑝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B23A2-041B-E448-25AB-8AB782345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54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55D9-A4EB-6C05-AE0F-60D5F84F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Jones Research Group at UF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3B558-50C5-54F0-A848-FCD0209DB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Kevin Jones</a:t>
            </a:r>
          </a:p>
          <a:p>
            <a:pPr lvl="1"/>
            <a:r>
              <a:rPr lang="en-US" dirty="0">
                <a:hlinkClick r:id="rId2"/>
              </a:rPr>
              <a:t>https://mse.ufl.edu/people/name/kevin-jones/</a:t>
            </a:r>
            <a:endParaRPr lang="en-US" dirty="0"/>
          </a:p>
          <a:p>
            <a:pPr lvl="1"/>
            <a:r>
              <a:rPr lang="en-US" dirty="0"/>
              <a:t>AMD, Intel, Micron prepare samples for characterization and research</a:t>
            </a:r>
          </a:p>
          <a:p>
            <a:pPr lvl="1"/>
            <a:r>
              <a:rPr lang="en-US" dirty="0"/>
              <a:t>Four point test</a:t>
            </a:r>
          </a:p>
          <a:p>
            <a:pPr lvl="1"/>
            <a:r>
              <a:rPr lang="en-US" dirty="0"/>
              <a:t>Hall Effect test</a:t>
            </a:r>
          </a:p>
          <a:p>
            <a:pPr lvl="1"/>
            <a:r>
              <a:rPr lang="en-US" dirty="0"/>
              <a:t>Morphology (SEM/TEM/Fib)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65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22836</TotalTime>
  <Words>269</Words>
  <Application>Microsoft Macintosh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SEMPHY01</vt:lpstr>
      <vt:lpstr>PowerPoint Presentation</vt:lpstr>
      <vt:lpstr>Mobility </vt:lpstr>
      <vt:lpstr>Resistivity</vt:lpstr>
      <vt:lpstr>Neutral Semiconductor</vt:lpstr>
      <vt:lpstr>PowerPoint Presentation</vt:lpstr>
      <vt:lpstr>Connect this to J</vt:lpstr>
      <vt:lpstr>Conductivity</vt:lpstr>
      <vt:lpstr>Four point probe</vt:lpstr>
      <vt:lpstr>PowerPoint Presentation</vt:lpstr>
      <vt:lpstr>Hall Effect</vt:lpstr>
      <vt:lpstr>Resistance</vt:lpstr>
      <vt:lpstr>Jones Research Group at UF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2</cp:revision>
  <dcterms:created xsi:type="dcterms:W3CDTF">2025-10-21T04:50:02Z</dcterms:created>
  <dcterms:modified xsi:type="dcterms:W3CDTF">2025-12-20T15:34:09Z</dcterms:modified>
</cp:coreProperties>
</file>