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34"/>
    <p:restoredTop sz="94702"/>
  </p:normalViewPr>
  <p:slideViewPr>
    <p:cSldViewPr snapToGrid="0">
      <p:cViewPr>
        <p:scale>
          <a:sx n="94" d="100"/>
          <a:sy n="94" d="100"/>
        </p:scale>
        <p:origin x="2256" y="10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5C2F2-E9CA-B251-360B-168008909A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A7C263-AA5B-FA07-ECDF-26BDE1B936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D55BA3-7A12-029F-E9EA-EFCF07801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D361E-3DB7-CA48-AF56-7EFFD446697E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9A4A07-F35F-B8A1-1B08-B39B68F5F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69816E-7962-B5EF-3EE2-4B7C41C3E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B86E-3E4B-F84F-8CF0-C25729228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054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E3218-E739-6BB1-EE2B-2EE3A0663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5F5D8-E910-2029-B5DE-6DBBA699D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6B4408-D297-E19A-1D6E-3453E5123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D361E-3DB7-CA48-AF56-7EFFD446697E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940E0-7F1E-DAA2-8CC8-5E0700ADA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8365-1BB3-C724-9B45-91733B6E0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B86E-3E4B-F84F-8CF0-C25729228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179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08AFF-4C63-96E0-5589-21F9B7B15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17853B-6699-8B8D-60AE-7301145A0C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3D0C1-20C7-E34E-4739-B9B07AFE9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D361E-3DB7-CA48-AF56-7EFFD446697E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6FF0C-3E93-2B34-5171-072915144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01D2B-AAEF-59A4-2F6B-D1E640AF8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B86E-3E4B-F84F-8CF0-C25729228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135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A1AA9-58FD-8B7E-FA63-1C2ED66EF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28AA0-1BD7-D289-325D-361676CD44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343771-FE5B-FF45-32E4-AF00CC40E2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F94847-BE61-1733-34B1-D24C4BCC7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D361E-3DB7-CA48-AF56-7EFFD446697E}" type="datetimeFigureOut">
              <a:rPr lang="en-US" smtClean="0"/>
              <a:t>9/2/25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841601-53EC-80F1-3DAC-5A032FB2B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463886-CA13-2B09-8BC4-3DEAFF9DD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B86E-3E4B-F84F-8CF0-C25729228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151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8FA68-6250-F334-2F25-C482969B5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63B3B0-761F-FE7D-51AB-B6888498FA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04BF53-1492-CF8E-8930-9E785A682D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DA2D23-570C-9D67-7FAF-C7A44FBB8D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D526F2-DDC6-47A5-741E-E672A9C6C2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7AF27C-5236-F413-FCE1-7575D000C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D361E-3DB7-CA48-AF56-7EFFD446697E}" type="datetimeFigureOut">
              <a:rPr lang="en-US" smtClean="0"/>
              <a:t>9/2/25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343EFA-A0D6-55A8-70B1-9EC1607B1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63C98C-2F68-A8DB-ECFB-9782E1658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B86E-3E4B-F84F-8CF0-C25729228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722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DF35B-72D1-EFD3-EF9D-350D18B5B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71E5A8-20AF-6350-BAA9-14200161C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D361E-3DB7-CA48-AF56-7EFFD446697E}" type="datetimeFigureOut">
              <a:rPr lang="en-US" smtClean="0"/>
              <a:t>9/2/25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F1F03A-EF8C-E491-A06B-88C5754DC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FC03C0-DDC4-285F-44F2-7580CF2BB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B86E-3E4B-F84F-8CF0-C25729228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246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B79AAE-F76F-668D-4833-31A518A50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D361E-3DB7-CA48-AF56-7EFFD446697E}" type="datetimeFigureOut">
              <a:rPr lang="en-US" smtClean="0"/>
              <a:t>9/2/25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E9AE2-ED51-39A1-C79C-672073C98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96FD18-5861-80BB-83E7-A0528078E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B86E-3E4B-F84F-8CF0-C25729228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714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60607-5707-98F0-798E-9D5A6C527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5BE3C-E60B-A195-8778-797F725CC9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339D04-2217-2630-119C-D058AEE70E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0087C8-0B23-C367-92F6-9B5F8E8D1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D361E-3DB7-CA48-AF56-7EFFD446697E}" type="datetimeFigureOut">
              <a:rPr lang="en-US" smtClean="0"/>
              <a:t>9/2/25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84B6D7-AA8F-ABA2-9962-64E88EFCA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401311-3D3B-A5F9-89D7-C9F2D840E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B86E-3E4B-F84F-8CF0-C25729228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49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B6129-B459-1EB6-C630-5CC85CAC1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78FEF6-9A64-F65E-4A84-46BE4E3765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18207E-988D-0FF1-875C-FED6A4A6B9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167F34-3008-3EBA-1990-5CA61197A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D361E-3DB7-CA48-AF56-7EFFD446697E}" type="datetimeFigureOut">
              <a:rPr lang="en-US" smtClean="0"/>
              <a:t>9/2/25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FF287D-4696-48BA-037E-B3198EF9C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EA722B-9276-F844-92B6-40EAED727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B86E-3E4B-F84F-8CF0-C25729228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628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E5356-C5E4-A90C-5447-793D754BA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240009-32AD-ACCF-7C35-3664FC4DCE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05710E-FBFC-8B96-4E2C-7E64CFE28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D361E-3DB7-CA48-AF56-7EFFD446697E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B0B10-FBE2-E4E9-3CAE-C8788EBE0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05987B-C7A3-2FFF-01B3-31A760B11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B86E-3E4B-F84F-8CF0-C25729228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132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13A233-9AE1-A386-7710-8FD33D807F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7108F6-B1B6-6747-801E-0F916B65B7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D85A4-0DA9-A3F2-5716-900AE72FA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D361E-3DB7-CA48-AF56-7EFFD446697E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69A59-300D-18CF-91FF-CA7668BD9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5DBAF-A6A6-1F81-BE58-0366CF2D9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B86E-3E4B-F84F-8CF0-C25729228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654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8189BF-09B9-E8B9-397C-2FA8B655A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965979-AA07-CBC3-E468-9F7224CC4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88A19-0CFF-3D8C-B6FC-9E421658C8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BD361E-3DB7-CA48-AF56-7EFFD446697E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26CD0E-DC1D-C6F4-BF30-08F4C17D15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85403-AE94-C413-64EF-9DD3D8B568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06B86E-3E4B-F84F-8CF0-C25729228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695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F4D5B-3BE5-A089-0164-C7AED89579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SEMPHY01</a:t>
            </a:r>
            <a:br>
              <a:rPr lang="en-US" dirty="0"/>
            </a:br>
            <a:r>
              <a:rPr lang="en-US" dirty="0"/>
              <a:t>Semiconductor Physics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3BF9C3-F087-A046-657F-720CE5D718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Eugene Joseph M Ragasa</a:t>
            </a:r>
          </a:p>
          <a:p>
            <a:r>
              <a:rPr lang="en-US" dirty="0"/>
              <a:t>AY2025-2026 T1</a:t>
            </a:r>
          </a:p>
          <a:p>
            <a:r>
              <a:rPr lang="en-US" dirty="0"/>
              <a:t>M0L1 – Course Introduction</a:t>
            </a:r>
          </a:p>
        </p:txBody>
      </p:sp>
    </p:spTree>
    <p:extLst>
      <p:ext uri="{BB962C8B-B14F-4D97-AF65-F5344CB8AC3E}">
        <p14:creationId xmlns:p14="http://schemas.microsoft.com/office/powerpoint/2010/main" val="1537510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94B76-EECD-2012-BE2B-3B5E7C527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Grading System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CCE9C0-4BC2-8F4C-E157-02049E83D2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73001"/>
            <a:ext cx="10515600" cy="425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46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2D958-4CE0-ECCE-E92B-462E38D83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Examinations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77693-B2F4-8116-0980-6C2A75041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(2) Long Exams 50% or 35%* </a:t>
            </a:r>
          </a:p>
          <a:p>
            <a:r>
              <a:rPr lang="en-US" dirty="0"/>
              <a:t>Final Exam 50% or 35%*</a:t>
            </a:r>
          </a:p>
          <a:p>
            <a:endParaRPr lang="en-US" dirty="0"/>
          </a:p>
          <a:p>
            <a:r>
              <a:rPr lang="en-US" dirty="0"/>
              <a:t>Take home examination</a:t>
            </a:r>
          </a:p>
          <a:p>
            <a:r>
              <a:rPr lang="en-US" dirty="0"/>
              <a:t>Oral presentation/Oral examination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284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37621-C6A8-DE73-A5F5-C77EBA299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06805-029E-06A6-599B-7358891CC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Problems Set at every module</a:t>
            </a:r>
          </a:p>
          <a:p>
            <a:r>
              <a:rPr lang="en-US" dirty="0"/>
              <a:t>Expect problem sets to be </a:t>
            </a:r>
            <a:r>
              <a:rPr lang="en-US" dirty="0" err="1"/>
              <a:t>typset</a:t>
            </a:r>
            <a:r>
              <a:rPr lang="en-US" dirty="0"/>
              <a:t> (word, latex, markdown) SUBMITTED AS PDF.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224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4F26F-8155-0C73-9F90-58DE9631F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Assessment block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CFC6B46-4110-3CA5-3248-002F78787C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46686" y="1825625"/>
            <a:ext cx="469862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498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04B10-747B-2314-E920-A0DCCF032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Transport Phenomena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EAC57A3-45A6-FBE9-48C1-E5DF8E3F5D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0428" y="1825625"/>
            <a:ext cx="729114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676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22CF2-0FE0-FC69-F1E1-29AE1F1AD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4AB8FA1-D9FC-141A-B5F7-22C9AA1013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00972" y="1825625"/>
            <a:ext cx="759005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559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D1CC7-AC9B-FC44-D55E-9AF6CE620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Textbooks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6CBE8-BCEB-B9C6-4DC7-7213DA341B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Primary Reference Source:</a:t>
            </a:r>
          </a:p>
          <a:p>
            <a:r>
              <a:rPr lang="en-US" dirty="0"/>
              <a:t>Neaman, Introduction to Semiconductors, 3</a:t>
            </a:r>
            <a:r>
              <a:rPr lang="en-US" baseline="30000" dirty="0"/>
              <a:t>rd</a:t>
            </a:r>
            <a:r>
              <a:rPr lang="en-US" dirty="0"/>
              <a:t> Edition</a:t>
            </a:r>
          </a:p>
          <a:p>
            <a:pPr>
              <a:buFontTx/>
              <a:buChar char="-"/>
            </a:pPr>
            <a:r>
              <a:rPr lang="en-US" dirty="0"/>
              <a:t>Hummel, Electronic Properties of Materials, 4</a:t>
            </a:r>
            <a:r>
              <a:rPr lang="en-US" baseline="30000" dirty="0"/>
              <a:t>th</a:t>
            </a:r>
            <a:r>
              <a:rPr lang="en-US" dirty="0"/>
              <a:t> Edition</a:t>
            </a:r>
          </a:p>
          <a:p>
            <a:pPr>
              <a:buFontTx/>
              <a:buChar char="-"/>
            </a:pPr>
            <a:r>
              <a:rPr lang="en-US" dirty="0"/>
              <a:t>Sze and Lee, Semiconductor Devices (device book), 3</a:t>
            </a:r>
            <a:r>
              <a:rPr lang="en-US" baseline="30000" dirty="0"/>
              <a:t>rd</a:t>
            </a:r>
            <a:r>
              <a:rPr lang="en-US" dirty="0"/>
              <a:t> Ed </a:t>
            </a:r>
          </a:p>
          <a:p>
            <a:pPr>
              <a:buFontTx/>
              <a:buChar char="-"/>
            </a:pPr>
            <a:r>
              <a:rPr lang="en-US" dirty="0"/>
              <a:t>Yu and Cardona, Fundamental of Semiconductor, 4</a:t>
            </a:r>
            <a:r>
              <a:rPr lang="en-US" baseline="30000" dirty="0"/>
              <a:t>th</a:t>
            </a:r>
            <a:r>
              <a:rPr lang="en-US" dirty="0"/>
              <a:t> Ed</a:t>
            </a:r>
          </a:p>
        </p:txBody>
      </p:sp>
    </p:spTree>
    <p:extLst>
      <p:ext uri="{BB962C8B-B14F-4D97-AF65-F5344CB8AC3E}">
        <p14:creationId xmlns:p14="http://schemas.microsoft.com/office/powerpoint/2010/main" val="4228358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54C15-E51D-EDA7-DDE9-12DDDC70D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Policy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6F89857-89D5-81AA-1CC1-21A469BA98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58933" y="1335621"/>
            <a:ext cx="7493000" cy="317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655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117</Words>
  <Application>Microsoft Macintosh PowerPoint</Application>
  <PresentationFormat>Widescreen</PresentationFormat>
  <Paragraphs>23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SEMPHY01 Semiconductor Physics</vt:lpstr>
      <vt:lpstr>Grading System</vt:lpstr>
      <vt:lpstr>Examinations</vt:lpstr>
      <vt:lpstr>Problem Sets</vt:lpstr>
      <vt:lpstr>Assessment block</vt:lpstr>
      <vt:lpstr>Transport Phenomena </vt:lpstr>
      <vt:lpstr>PowerPoint Presentation</vt:lpstr>
      <vt:lpstr>Textbooks</vt:lpstr>
      <vt:lpstr>AI Policy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Eugene Ragasa</dc:creator>
  <cp:lastModifiedBy>Eugene Ragasa</cp:lastModifiedBy>
  <cp:revision>1</cp:revision>
  <dcterms:created xsi:type="dcterms:W3CDTF">2025-09-02T04:49:51Z</dcterms:created>
  <dcterms:modified xsi:type="dcterms:W3CDTF">2025-09-02T05:19:31Z</dcterms:modified>
</cp:coreProperties>
</file>